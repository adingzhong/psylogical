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56" r:id="rId4"/>
    <p:sldId id="257" r:id="rId5"/>
    <p:sldId id="258" r:id="rId6"/>
    <p:sldId id="259" r:id="rId7"/>
    <p:sldId id="260" r:id="rId8"/>
    <p:sldId id="261" r:id="rId9"/>
    <p:sldId id="265" r:id="rId10"/>
    <p:sldId id="262" r:id="rId11"/>
    <p:sldId id="263" r:id="rId12"/>
    <p:sldId id="271" r:id="rId13"/>
    <p:sldId id="272" r:id="rId14"/>
    <p:sldId id="264" r:id="rId15"/>
    <p:sldId id="270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552" y="1336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99657" y="1828879"/>
            <a:ext cx="71932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语音测试</a:t>
            </a:r>
            <a:endParaRPr lang="zh-CN" altLang="en-US" sz="13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79540" y="4693285"/>
            <a:ext cx="5208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、请主试记录受试者的基本信息和测试日期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、告知受试者的基本原则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62975" y="637667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(1min)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62975" y="637667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(1min)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50590" y="42037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09219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77590" y="54737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103110" y="609219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0" name="矩形 9"/>
          <p:cNvSpPr/>
          <p:nvPr/>
        </p:nvSpPr>
        <p:spPr>
          <a:xfrm>
            <a:off x="8128635" y="4346575"/>
            <a:ext cx="245745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63890" y="43465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latin typeface="华文新魏" panose="02010800040101010101" pitchFamily="2" charset="-122"/>
                <a:ea typeface="华文新魏" panose="02010800040101010101" pitchFamily="2" charset="-122"/>
              </a:rPr>
              <a:t>玫瑰花</a:t>
            </a:r>
            <a:endParaRPr lang="zh-CN" altLang="en-US" sz="5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50590" y="42037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09219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103110" y="6092190"/>
            <a:ext cx="5088890" cy="76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061065" y="600837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(1min)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670"/>
          <a:stretch>
            <a:fillRect/>
          </a:stretch>
        </p:blipFill>
        <p:spPr>
          <a:xfrm>
            <a:off x="0" y="0"/>
            <a:ext cx="89365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70" y="0"/>
            <a:ext cx="914486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7"/>
          <a:stretch>
            <a:fillRect/>
          </a:stretch>
        </p:blipFill>
        <p:spPr>
          <a:xfrm>
            <a:off x="11084560" y="0"/>
            <a:ext cx="110744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189970" y="600837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(1min)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670"/>
          <a:stretch>
            <a:fillRect/>
          </a:stretch>
        </p:blipFill>
        <p:spPr>
          <a:xfrm>
            <a:off x="0" y="0"/>
            <a:ext cx="89365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7"/>
          <a:stretch>
            <a:fillRect/>
          </a:stretch>
        </p:blipFill>
        <p:spPr>
          <a:xfrm>
            <a:off x="11084560" y="0"/>
            <a:ext cx="110744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70" y="0"/>
            <a:ext cx="914486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189335" y="600837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(1min)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670"/>
          <a:stretch>
            <a:fillRect/>
          </a:stretch>
        </p:blipFill>
        <p:spPr>
          <a:xfrm>
            <a:off x="0" y="0"/>
            <a:ext cx="89365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7"/>
          <a:stretch>
            <a:fillRect/>
          </a:stretch>
        </p:blipFill>
        <p:spPr>
          <a:xfrm>
            <a:off x="11084560" y="0"/>
            <a:ext cx="110744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70" y="0"/>
            <a:ext cx="914486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084560" y="6061710"/>
            <a:ext cx="897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(1min)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>
            <a:off x="1383323" y="931985"/>
            <a:ext cx="9337431" cy="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620910" y="1368376"/>
            <a:ext cx="0" cy="920262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7787" y="2143839"/>
            <a:ext cx="12451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感谢您的参与！</a:t>
            </a:r>
            <a:endParaRPr lang="zh-CN" altLang="en-US" sz="13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WPS 演示</Application>
  <PresentationFormat>宽屏</PresentationFormat>
  <Paragraphs>21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华文新魏</vt:lpstr>
      <vt:lpstr>黑体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zhong ding</dc:creator>
  <cp:lastModifiedBy>夜</cp:lastModifiedBy>
  <cp:revision>14</cp:revision>
  <dcterms:created xsi:type="dcterms:W3CDTF">2023-08-09T12:44:00Z</dcterms:created>
  <dcterms:modified xsi:type="dcterms:W3CDTF">2026-03-17T09:27:07Z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07E0AD3A8B6E45DCA1B763EE2A4DD8EB_13</vt:lpwstr>
  </property>
  <property fmtid="{D5CDD505-2E9C-101B-9397-08002B2CF9AE}" pid="3" name="KSOProductBuildVer">
    <vt:lpwstr>2052-12.1.0.23542</vt:lpwstr>
  </property>
</Properties>
</file>